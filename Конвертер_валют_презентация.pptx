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0" y="731520"/>
            <a:ext cx="1463040" cy="1463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0" y="10058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D82"/>
                </a:solidFill>
              </a:rPr>
              <a:t>ЛОГО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3D82"/>
                </a:solidFill>
              </a:rPr>
              <a:t>АЛА-ТОО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Конвертер валют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Имя Фамилия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0" y="3931920"/>
            <a:ext cx="2743200" cy="36576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Группа: ИТ-2024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82"/>
                </a:solidFill>
              </a:rPr>
              <a:t>📋 Структура презентации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3657600" cy="45720"/>
          </a:xfrm>
          <a:prstGeom prst="rect">
            <a:avLst/>
          </a:prstGeom>
          <a:solidFill>
            <a:srgbClr val="003D8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4023360" cy="1097280"/>
          </a:xfrm>
          <a:prstGeom prst="rect">
            <a:avLst/>
          </a:prstGeom>
          <a:solidFill>
            <a:srgbClr val="F0F5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097280"/>
          </a:xfrm>
          <a:prstGeom prst="rect">
            <a:avLst/>
          </a:prstGeom>
          <a:solidFill>
            <a:srgbClr val="003D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82"/>
                </a:solidFill>
              </a:rPr>
              <a:t>1. Титульный слайд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Название, студент, группа, логотип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1097280"/>
          </a:xfrm>
          <a:prstGeom prst="rect">
            <a:avLst/>
          </a:prstGeom>
          <a:solidFill>
            <a:srgbClr val="F0F5FF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097280"/>
            <a:ext cx="73152" cy="1097280"/>
          </a:xfrm>
          <a:prstGeom prst="rect">
            <a:avLst/>
          </a:prstGeom>
          <a:solidFill>
            <a:srgbClr val="003D82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82"/>
                </a:solidFill>
              </a:rPr>
              <a:t>2. Описание проекта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Идея, ключевые слова, проблема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4023360" cy="1097280"/>
          </a:xfrm>
          <a:prstGeom prst="rect">
            <a:avLst/>
          </a:prstGeom>
          <a:solidFill>
            <a:srgbClr val="F0F5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468880"/>
            <a:ext cx="73152" cy="1097280"/>
          </a:xfrm>
          <a:prstGeom prst="rect">
            <a:avLst/>
          </a:prstGeom>
          <a:solidFill>
            <a:srgbClr val="003D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82"/>
                </a:solidFill>
              </a:rPr>
              <a:t>3. Дизайн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Figma, цвета, интерфейс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468880"/>
            <a:ext cx="4023360" cy="1097280"/>
          </a:xfrm>
          <a:prstGeom prst="rect">
            <a:avLst/>
          </a:prstGeom>
          <a:solidFill>
            <a:srgbClr val="F0F5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2468880"/>
            <a:ext cx="73152" cy="1097280"/>
          </a:xfrm>
          <a:prstGeom prst="rect">
            <a:avLst/>
          </a:prstGeom>
          <a:solidFill>
            <a:srgbClr val="003D82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82"/>
                </a:solidFill>
              </a:rPr>
              <a:t>4. Разработка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Технологии, код, API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4023360" cy="1097280"/>
          </a:xfrm>
          <a:prstGeom prst="rect">
            <a:avLst/>
          </a:prstGeom>
          <a:solidFill>
            <a:srgbClr val="F0F5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840480"/>
            <a:ext cx="73152" cy="1097280"/>
          </a:xfrm>
          <a:prstGeom prst="rect">
            <a:avLst/>
          </a:prstGeom>
          <a:solidFill>
            <a:srgbClr val="003D8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82"/>
                </a:solidFill>
              </a:rPr>
              <a:t>5. Сервер и деплой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Хостинг, источники, ссылки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840480"/>
            <a:ext cx="4023360" cy="1097280"/>
          </a:xfrm>
          <a:prstGeom prst="rect">
            <a:avLst/>
          </a:prstGeom>
          <a:solidFill>
            <a:srgbClr val="F0F5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3840480"/>
            <a:ext cx="73152" cy="1097280"/>
          </a:xfrm>
          <a:prstGeom prst="rect">
            <a:avLst/>
          </a:prstGeom>
          <a:solidFill>
            <a:srgbClr val="003D82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82"/>
                </a:solidFill>
              </a:rPr>
              <a:t>6. QR-код сайта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3776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Ссылка на готовый проект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82"/>
                </a:solidFill>
              </a:rPr>
              <a:t>📝 Описание проекта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3657600" cy="45720"/>
          </a:xfrm>
          <a:prstGeom prst="rect">
            <a:avLst/>
          </a:prstGeom>
          <a:solidFill>
            <a:srgbClr val="003D8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1645920"/>
          </a:xfrm>
          <a:prstGeom prst="rect">
            <a:avLst/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82"/>
                </a:solidFill>
              </a:rPr>
              <a:t>💡 О чем проект?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Веб-приложение для конвертации валют в реальном времени с использованием актуальных курсов от Exchange Rate API. Дизайн в стиле НБКР.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023360" cy="1645920"/>
          </a:xfrm>
          <a:prstGeom prst="rect">
            <a:avLst/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82"/>
                </a:solidFill>
              </a:rPr>
              <a:t>🏷️ Ключевые слова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463040"/>
            <a:ext cx="1188720" cy="320040"/>
          </a:xfrm>
          <a:prstGeom prst="roundRect">
            <a:avLst/>
          </a:prstGeom>
          <a:solidFill>
            <a:srgbClr val="003D82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463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Валюта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26480" y="1463040"/>
            <a:ext cx="1188720" cy="320040"/>
          </a:xfrm>
          <a:prstGeom prst="roundRect">
            <a:avLst/>
          </a:prstGeom>
          <a:solidFill>
            <a:srgbClr val="003D82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1463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Конвертер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06640" y="1463040"/>
            <a:ext cx="1188720" cy="320040"/>
          </a:xfrm>
          <a:prstGeom prst="roundRect">
            <a:avLst/>
          </a:prstGeom>
          <a:solidFill>
            <a:srgbClr val="003D82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0" y="1463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API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1920240"/>
            <a:ext cx="1188720" cy="320040"/>
          </a:xfrm>
          <a:prstGeom prst="roundRect">
            <a:avLst/>
          </a:prstGeom>
          <a:solidFill>
            <a:srgbClr val="003D82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9202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НБКР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1920240"/>
            <a:ext cx="1188720" cy="320040"/>
          </a:xfrm>
          <a:prstGeom prst="roundRect">
            <a:avLst/>
          </a:prstGeom>
          <a:solidFill>
            <a:srgbClr val="003D82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9202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JavaScript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4023360" cy="1463040"/>
          </a:xfrm>
          <a:prstGeom prst="rect">
            <a:avLst/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82"/>
                </a:solidFill>
              </a:rPr>
              <a:t>❓ Проблема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2004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Необходимость быстрой и удобной конвертации валют без поиска курсов вручную на разных сайтах.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834640"/>
            <a:ext cx="4023360" cy="1463040"/>
          </a:xfrm>
          <a:prstGeom prst="rect">
            <a:avLst/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82"/>
                </a:solidFill>
              </a:rPr>
              <a:t>✅ Почему это важно?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32461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Актуальные курсы в реальном времени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Удобный интерфейс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Поддержка популярных валют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82"/>
                </a:solidFill>
              </a:rPr>
              <a:t>🎨 Дизайн проекта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3657600" cy="45720"/>
          </a:xfrm>
          <a:prstGeom prst="rect">
            <a:avLst/>
          </a:prstGeom>
          <a:solidFill>
            <a:srgbClr val="003D8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5029200" cy="3291840"/>
          </a:xfrm>
          <a:prstGeom prst="rect">
            <a:avLst/>
          </a:prstGeom>
          <a:solidFill>
            <a:srgbClr val="F0F0F0"/>
          </a:solidFill>
          <a:ln w="25400">
            <a:solidFill>
              <a:srgbClr val="CCCC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22860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8888"/>
                </a:solidFill>
              </a:rPr>
              <a:t>📷 Скриншоты Figma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888888"/>
                </a:solidFill>
              </a:rPr>
              <a:t>(вставьте изображения)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0" y="1005840"/>
            <a:ext cx="3017520" cy="13716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585216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82"/>
                </a:solidFill>
              </a:rPr>
              <a:t>🎨 Цветовая палитра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52160" y="1463040"/>
            <a:ext cx="548640" cy="548640"/>
          </a:xfrm>
          <a:prstGeom prst="rect">
            <a:avLst/>
          </a:prstGeom>
          <a:solidFill>
            <a:srgbClr val="003D82"/>
          </a:solidFill>
          <a:ln/>
        </p:spPr>
      </p:sp>
      <p:sp>
        <p:nvSpPr>
          <p:cNvPr id="9" name="Shape 7"/>
          <p:cNvSpPr/>
          <p:nvPr/>
        </p:nvSpPr>
        <p:spPr>
          <a:xfrm>
            <a:off x="6492240" y="1463040"/>
            <a:ext cx="548640" cy="548640"/>
          </a:xfrm>
          <a:prstGeom prst="rect">
            <a:avLst/>
          </a:prstGeom>
          <a:solidFill>
            <a:srgbClr val="0051A8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0" y="1463040"/>
            <a:ext cx="548640" cy="54864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0" y="1463040"/>
            <a:ext cx="548640" cy="5486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0" y="2560320"/>
            <a:ext cx="3017520" cy="17373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2651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D82"/>
                </a:solidFill>
              </a:rPr>
              <a:t>📱 QR-код Figma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20840" y="3017520"/>
            <a:ext cx="9144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3D82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720840" y="3291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QR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82"/>
                </a:solidFill>
              </a:rPr>
              <a:t>💻 Разработка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3657600" cy="45720"/>
          </a:xfrm>
          <a:prstGeom prst="rect">
            <a:avLst/>
          </a:prstGeom>
          <a:solidFill>
            <a:srgbClr val="003D8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2286000"/>
          </a:xfrm>
          <a:prstGeom prst="rect">
            <a:avLst/>
          </a:prstGeom>
          <a:solidFill>
            <a:srgbClr val="F0F5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82"/>
                </a:solidFill>
              </a:rPr>
              <a:t>🛠️ Технологии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65760" cy="365760"/>
          </a:xfrm>
          <a:prstGeom prst="rect">
            <a:avLst/>
          </a:prstGeom>
          <a:solidFill>
            <a:srgbClr val="003D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1417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HTML5 - структура страницы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365760" cy="365760"/>
          </a:xfrm>
          <a:prstGeom prst="rect">
            <a:avLst/>
          </a:prstGeom>
          <a:solidFill>
            <a:srgbClr val="003D8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CSS3 - стилизация, анимации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331720"/>
            <a:ext cx="365760" cy="365760"/>
          </a:xfrm>
          <a:prstGeom prst="rect">
            <a:avLst/>
          </a:prstGeom>
          <a:solidFill>
            <a:srgbClr val="003D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JavaScript - логика приложения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788920"/>
            <a:ext cx="365760" cy="365760"/>
          </a:xfrm>
          <a:prstGeom prst="rect">
            <a:avLst/>
          </a:prstGeom>
          <a:solidFill>
            <a:srgbClr val="003D8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🔗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2788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REST API - получение курсов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4023360" cy="228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9B0"/>
                </a:solidFill>
              </a:rPr>
              <a:t>📄 Пример кода (API)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14173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fetchRates()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response = await fetch(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`${API_URL}${currency}`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data = await response.json();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exchangeRates = data.rates;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8229600" cy="822960"/>
          </a:xfrm>
          <a:prstGeom prst="rect">
            <a:avLst/>
          </a:prstGeom>
          <a:solidFill>
            <a:srgbClr val="E6F7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5661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82"/>
                </a:solidFill>
              </a:rPr>
              <a:t>🌐 API: Exchange Rate API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8862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URL: exchangerate-api.com • Бесплатно: 1500 запросов/месяц • Данные: 160+ валют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82"/>
                </a:solidFill>
              </a:rPr>
              <a:t>🖥️ Сервер и деплой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3657600" cy="45720"/>
          </a:xfrm>
          <a:prstGeom prst="rect">
            <a:avLst/>
          </a:prstGeom>
          <a:solidFill>
            <a:srgbClr val="003D8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1645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82"/>
                </a:solidFill>
              </a:rPr>
              <a:t>🌐 Хостинг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Статический сайт (HTML/CSS/JS)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GitHub Pages / Netlify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Не требует серверной части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API запросы на клиенте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023360" cy="1645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82"/>
                </a:solidFill>
              </a:rPr>
              <a:t>⚙️ Как работает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3716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Пользователь открывает страницу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JS загружает курсы через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Конвертация выполняется локально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Результат отображается мгновенно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4023360" cy="14630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82"/>
                </a:solidFill>
              </a:rPr>
              <a:t>🔗 Источники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46120"/>
            <a:ext cx="3657600" cy="365760"/>
          </a:xfrm>
          <a:prstGeom prst="rect">
            <a:avLst/>
          </a:prstGeom>
          <a:solidFill>
            <a:srgbClr val="E6F7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91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D82"/>
                </a:solidFill>
              </a:rPr>
              <a:t>exchangerate-api.com - API курсов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3657600" cy="365760"/>
          </a:xfrm>
          <a:prstGeom prst="rect">
            <a:avLst/>
          </a:prstGeom>
          <a:solidFill>
            <a:srgbClr val="E6F7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749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D82"/>
                </a:solidFill>
              </a:rPr>
              <a:t>MDN Web Docs - документация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834640"/>
            <a:ext cx="4023360" cy="14630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82"/>
                </a:solidFill>
              </a:rPr>
              <a:t>🔑 API Ключ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3246120"/>
            <a:ext cx="3657600" cy="365760"/>
          </a:xfrm>
          <a:prstGeom prst="rect">
            <a:avLst/>
          </a:prstGeom>
          <a:solidFill>
            <a:srgbClr val="E6F7FF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291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Exchange Rate API: ea5938ed...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3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🌐 QR-код на сайт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429000" y="1645920"/>
            <a:ext cx="2286000" cy="22860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429000" y="2286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D82"/>
                </a:solidFill>
              </a:rPr>
              <a:t>QR-КОД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03D82"/>
                </a:solidFill>
              </a:rPr>
              <a:t>САЙТА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Отсканируйте для перехода на сайт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Спасибо за внимание!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Конвертер валют - Презентация</dc:title>
  <dc:subject>PptxGenJS Presentation</dc:subject>
  <dc:creator>Студент Ала-Тоо</dc:creator>
  <cp:lastModifiedBy>Студент Ала-Тоо</cp:lastModifiedBy>
  <cp:revision>1</cp:revision>
  <dcterms:created xsi:type="dcterms:W3CDTF">2025-12-03T18:15:54Z</dcterms:created>
  <dcterms:modified xsi:type="dcterms:W3CDTF">2025-12-03T18:15:54Z</dcterms:modified>
</cp:coreProperties>
</file>